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SC-Net: Spatio-Temporal Contrast Network</a:t>
            </a:r>
            <a:br/>
            <a:r>
              <a:t>for CAD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A7CBD"/>
                </a:solidFill>
                <a:latin typeface="Calibri"/>
              </a:defRPr>
            </a:pPr>
            <a:r>
              <a:t>MICCAI 2024 Paper Implementation  —  Progress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17520"/>
            <a:ext cx="36576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B7B8D"/>
                </a:solidFill>
                <a:latin typeface="Calibri"/>
              </a:defRPr>
            </a:pPr>
            <a:r>
              <a:t>Dual-branch DETR-style architecture for coronary artery disease diagnosis from CCTA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Clinically-Credible</a:t>
            </a:r>
            <a:br/>
            <a:r>
              <a:t>Data Augmentation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Lesion recombination on CPR</a:t>
            </a:r>
            <a:br/>
            <a:r>
              <a:t>volumes for data-scarce settings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Spatio-Temporal</a:t>
            </a:r>
            <a:br/>
            <a:r>
              <a:t>Dual-Task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Object detection (spatial) +</a:t>
            </a:r>
            <a:br/>
            <a:r>
              <a:t>sampling-point classification (temporal)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Dual-Task Prediction-</a:t>
            </a:r>
            <a:br/>
            <a:r>
              <a:t>Contrast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Cross-supervision via detached</a:t>
            </a:r>
            <a:br/>
            <a:r>
              <a:t>pseudo-labels between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Progress &amp; Bug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A7CBD"/>
                </a:solidFill>
                <a:latin typeface="Calibri"/>
              </a:defRPr>
            </a:pPr>
            <a:r>
              <a:t>13+ Architecture Bugs Identified &amp;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nn.ModuleList for extraction blocks (weights were invisible to optimizer)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Learnable parameters: feature weights, view fusion as nn.Parameter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Fixed query embeddings via nn.Embedding (was random every forward pass)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Conv3d spatial flattening projection (defined but never called)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Gradient detachment in contrastive loss (circular gradient flow)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Box format consistency: center-width throughout pipeline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Device handling: targets moved to output device in loss functions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Deep copy targets before each loss term (in-place mutation bug)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219456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Key Discovery: Paper Code ≠ Paper 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equations: λ_L1 = 5, λ_IoU = 2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code actually uses: 1:1:1 equal weighting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Our "fixes" matching equations broke convergence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Resolution: Reverted to paper code weights (1:1:1)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Two-Stage Training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1 — Pre-train on augmented data (3-class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2 — Fine-tune on clinical data (6-class: stenosis ×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Head reinitialization (3→6 classes) is by design in paper code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AdamW optimizer, CosineAnnealingLR, gradient clipping = 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Development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1: Initial codebase setup (Jan 2025)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2: 15+ critical bug fixes across 6 files (Jan 2025 – 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3: Training infrastructure, DDP, evaluation pipeline (Feb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4: Root cause analysis — paper code vs. paper equations (Feb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1463040"/>
                <a:gridCol w="22860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Stenosis ACC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Sig.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AUC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v2-ft (baseline)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0.160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0.573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Majority class only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v6-ft (argmax)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0.369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0.288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0.645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Zero Sig. predictions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v6-ft (calibrated)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0.470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0.417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0.621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0.645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result (val split)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v6-ft (held-out, cal.)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0.435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0.393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0.525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0.604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Unseen AP-NUH patients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target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 data (218 patients)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4572000" cy="246888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Calibration Impact (Held-Out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Significant AUC = 0.707 — model discriminates internally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Argmax: zero Significant predictions (boundary misaligned)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Thresholds: H=3.0, NS=1.0, Sig=0.346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Significant F1: 0.000 → 0.525 (no retraining)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Macro F1: 0.210 → 0.393 (+87%)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t>•  Plaque AUC ≈ 0.55 (near chance) — needs training fixes</a:t>
            </a:r>
          </a:p>
        </p:txBody>
      </p:sp>
      <p:pic>
        <p:nvPicPr>
          <p:cNvPr id="9" name="Picture 8" descr="roc_ste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4114800"/>
            <a:ext cx="3108960" cy="2468880"/>
          </a:xfrm>
          <a:prstGeom prst="rect">
            <a:avLst/>
          </a:prstGeom>
        </p:spPr>
      </p:pic>
      <p:pic>
        <p:nvPicPr>
          <p:cNvPr id="10" name="Picture 9" descr="confusion_steno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4114800"/>
            <a:ext cx="29260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29184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Post-hoc threshold calibration</a:t>
            </a:r>
            <a:br/>
            <a:r>
              <a:t>✔ Sig. F1: 0.000 → 0.525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Held-out test evaluation on</a:t>
            </a:r>
            <a:br/>
            <a:r>
              <a:t>665 separate AP-NUH patients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Root cause analysis: paper code</a:t>
            </a:r>
            <a:br/>
            <a:r>
              <a:t>≠ paper equations (reverted)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13+ architecture bug fixes</a:t>
            </a:r>
            <a:br/>
            <a:r>
              <a:t>across 6 core 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291840" cy="457200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Next: v7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Delayed L_dc ramp schedule</a:t>
            </a:r>
            <a:br/>
            <a:r>
              <a:t>(let branches stabilize first)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Confidence-gated pseudo-labels</a:t>
            </a:r>
            <a:br/>
            <a:r>
              <a:t>for contrastive loss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Class-balanced sampling to</a:t>
            </a:r>
            <a:br/>
            <a:r>
              <a:t>address stenosis imbalance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Expected: better convergence,</a:t>
            </a:r>
            <a:br/>
            <a:r>
              <a:t>higher AUC across classes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280160"/>
            <a:ext cx="329184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Medium-Term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Plaque branch investigation</a:t>
            </a:r>
            <a:br/>
            <a:r>
              <a:t>(AUC ≈ 0.55, near chance)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Architectural improvements:</a:t>
            </a:r>
            <a:br/>
            <a:r>
              <a:t>larger backbone, more queries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Data scaling: additional</a:t>
            </a:r>
            <a:br/>
            <a:r>
              <a:t>patient cohorts if available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Full ablation study matching</a:t>
            </a:r>
            <a:br/>
            <a:r>
              <a:t>paper's Table 2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669280"/>
            <a:ext cx="10515600" cy="822960"/>
          </a:xfrm>
          <a:prstGeom prst="rect">
            <a:avLst/>
          </a:prstGeom>
          <a:solidFill>
            <a:srgbClr val="152E4A"/>
          </a:solidFill>
          <a:ln w="635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7CBD"/>
                </a:solidFill>
                <a:latin typeface="Calibri"/>
              </a:defRPr>
            </a:pPr>
            <a:r>
              <a:t>Paper Target Metrics (100% data, 218 patients)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80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Stenosis:  ACC 0.928  |  F1 0.944  |  Precision 0.948  |  Recall 0.940  |  Spec 0.917          Plaque:  ACC 0.805  |  F1 0.840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