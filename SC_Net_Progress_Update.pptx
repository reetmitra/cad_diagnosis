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SC-Net: Spatio-Temporal Contrast Network</a:t>
            </a:r>
            <a:br/>
            <a:r>
              <a:t>for CAD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A7CBD"/>
                </a:solidFill>
                <a:latin typeface="Calibri"/>
              </a:defRPr>
            </a:pPr>
            <a:r>
              <a:t>MICCAI 2024 Paper Implementation  —  Progress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17520"/>
            <a:ext cx="36576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B7B8D"/>
                </a:solidFill>
                <a:latin typeface="Calibri"/>
              </a:defRPr>
            </a:pPr>
            <a:r>
              <a:t>Dual-branch DETR-style architecture for coronary artery disease diagnosis from CCTA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Clinically-Credible</a:t>
            </a:r>
            <a:br/>
            <a:r>
              <a:t>Data Augmentation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Lesion recombination on CPR</a:t>
            </a:r>
            <a:br/>
            <a:r>
              <a:t>volumes for data-scarce settings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Spatio-Temporal</a:t>
            </a:r>
            <a:br/>
            <a:r>
              <a:t>Dual-Task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Object detection (spatial) +</a:t>
            </a:r>
            <a:br/>
            <a:r>
              <a:t>sampling-point classification (temporal)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Dual-Task Prediction-</a:t>
            </a:r>
            <a:br/>
            <a:r>
              <a:t>Contrast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Cross-supervision via detached</a:t>
            </a:r>
            <a:br/>
            <a:r>
              <a:t>pseudo-labels between branches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Implementation Progress &amp; Bug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A7CBD"/>
                </a:solidFill>
                <a:latin typeface="Calibri"/>
              </a:defRPr>
            </a:pPr>
            <a:r>
              <a:t>13+ Architecture Bugs Identified &amp;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nn.ModuleList for extraction blocks (weights were invisible to optimizer)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Learnable parameters: feature weights, view fusion as nn.Parameter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Fixed query embeddings via nn.Embedding (was random every forward pass)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Conv3d spatial flattening projection (defined but never called)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Gradient detachment in contrastive loss (circular gradient flow)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Box format consistency: center-width throughout pipeline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Device handling: targets moved to output device in loss functions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Deep copy targets before each loss term (in-place mutation bug)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219456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Key Discovery: Paper Code ≠ Paper 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equations: λ_L1 = 5, λ_IoU = 2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code actually uses: 1:1:1 equal weighting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Our "fixes" matching equations broke convergence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Resolution: Reverted to paper code weights (1:1:1)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749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Two-Stage Training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160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1 — Pre-train on augmented data (3-class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2 — Fine-tune on clinical data (6-class: stenosis ×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Head reinitialization (3→6 classes) is by design in paper code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AdamW optimizer, CosineAnnealingLR, gradient clipping = 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Development Phases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1: Initial codebase setup (Jan 2025)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2: 15+ critical bug fixes across 6 files (Jan 2025 – 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3: Training infrastructure, DDP, evaluation pipeline (Feb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4: Root cause analysis — paper code vs. paper equations (Feb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463040"/>
                <a:gridCol w="1463040"/>
                <a:gridCol w="22860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Stenosis ACC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Sig.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AUC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v2-ft (baseline)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0.160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0.573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Majority class only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v6-ft (held-out, cal.)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0.435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0.393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0.525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0.604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Best prev. result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v7-ft (argmax)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0.402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0.342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0.000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0.713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Plaque collapsed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v7-ft (calibrated) ★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0.596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0.466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0.752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0.720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Sig Rec=93.5%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target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0.914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 data (218 patients)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4572000" cy="246888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Calibration Impact (Held-Out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950" b="0"/>
              <a:t>•  Calibration shifts all predictions to Healthy or Significant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950" b="0"/>
              <a:t>   Non-significant column = 0 predictions (v7-ft vs v6-ft trade-off)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950" b="0"/>
              <a:t/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950" b="0"/>
              <a:t>•  v6-ft calibrated:  Non-sig Recall=9.5%,  Sig Recall=55.3%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950" b="0"/>
              <a:t>•  v7-ft calibrated:  Non-sig Recall=0%,    Sig Recall=93.5%  ✓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950" b="0"/>
              <a:t/>
            </a:r>
          </a:p>
          <a:p>
            <a:r>
              <a:rPr sz="950" b="0">
                <a:solidFill>
                  <a:srgbClr val="C0392B"/>
                </a:solidFill>
              </a:rPr>
              <a:t>•  Root cause: Non-significant AUC = 0.422 (below random)</a:t>
            </a:r>
          </a:p>
          <a:p>
            <a:r>
              <a:rPr sz="950" b="0">
                <a:solidFill>
                  <a:srgbClr val="C0392B"/>
                </a:solidFill>
              </a:rPr>
              <a:t>   Model cannot internally discriminate the intermediate class</a:t>
            </a:r>
          </a:p>
          <a:p>
            <a:r>
              <a:rPr sz="950" b="0">
                <a:solidFill>
                  <a:srgbClr val="C0392B"/>
                </a:solidFill>
              </a:rPr>
              <a:t>   Threshold calibration cannot fix a missing AUC signal</a:t>
            </a:r>
          </a:p>
        </p:txBody>
      </p:sp>
      <p:pic>
        <p:nvPicPr>
          <p:cNvPr id="11" name="Picture 10" descr="confusion_steno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114800"/>
            <a:ext cx="3108960" cy="2468880"/>
          </a:xfrm>
          <a:prstGeom prst="rect">
            <a:avLst/>
          </a:prstGeom>
        </p:spPr>
      </p:pic>
      <p:pic>
        <p:nvPicPr>
          <p:cNvPr id="12" name="Picture 11" descr="confusion_plaq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114800"/>
            <a:ext cx="29260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Next Steps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29184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v7-ft training: delayed Ldc ramp,
✔ confidence gating, balanced sampling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Plaque threshold calibration
✔ NonCalc F1: 0→0.38, Mixed F1: 0→0.18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Significant recall = 93.5%
✔ without any retraining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13+ architecture bug fixes
✔ across 6 core 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291840" cy="457200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sz="1300" b="1"/>
              <a:t>Next: v8 / Non-sig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Fix Non-significant stenosis
(AUC=0.422, genuine model limit)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v8-ft: improved backbone
or better LR schedule post-ramp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Label smoothing / soft targets
for ambiguous Non-sig cases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Investigate data quality for
Non-significant class specifically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280160"/>
            <a:ext cx="329184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Medium-Term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Plaque Mixed class: F1=0.176
(53 GT samples — more data needed)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Non-significant stenosis:
architectural or data solution?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Data scaling: additional
patient cohorts if available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Full ablation study matching
paper's Table 2 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669280"/>
            <a:ext cx="10515600" cy="822960"/>
          </a:xfrm>
          <a:prstGeom prst="rect">
            <a:avLst/>
          </a:prstGeom>
          <a:solidFill>
            <a:srgbClr val="152E4A"/>
          </a:solidFill>
          <a:ln w="6350">
            <a:solidFill>
              <a:srgbClr val="6B7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7CBD"/>
                </a:solidFill>
                <a:latin typeface="Calibri"/>
              </a:defRPr>
            </a:pPr>
            <a:r>
              <a:t>Paper Target Metrics (100% data, 218 patients)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80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Stenosis:  ACC 0.928  |  F1 0.944  |  Precision 0.948  |  Recall 0.940  |  Spec 0.917          Plaque:  ACC 0.805  |  F1 0.840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